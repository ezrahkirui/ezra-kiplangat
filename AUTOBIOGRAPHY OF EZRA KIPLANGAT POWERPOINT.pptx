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Autobiography of Ezra Kiplangat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Threads of Resilience:</a:t>
            </a:r>
          </a:p>
          <a:p>
            <a:r>
              <a:t>A Journey of Growth, Discovery, and Purpose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Early Life in Kericho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Born in Kericho County, Kenya (2001)</a:t>
            </a:r>
          </a:p>
          <a:p>
            <a:pPr lvl="1"/>
            <a:r>
              <a:t>Raised among tea plantations and Mau Escarpment</a:t>
            </a:r>
          </a:p>
          <a:p>
            <a:pPr lvl="1"/>
            <a:r>
              <a:t>Strong family values: hard work, resilience, compassion</a:t>
            </a:r>
          </a:p>
          <a:p>
            <a:pPr lvl="1"/>
            <a:r>
              <a:t>Cultural festivals and community influence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Academic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and Secondary Education in Kericho</a:t>
            </a:r>
          </a:p>
          <a:p>
            <a:pPr lvl="1"/>
            <a:r>
              <a:t>Passion for Mathematics and Science</a:t>
            </a:r>
          </a:p>
          <a:p>
            <a:pPr lvl="1"/>
            <a:r>
              <a:t>Participated in regional science competitions</a:t>
            </a:r>
          </a:p>
          <a:p>
            <a:pPr lvl="1"/>
            <a:r>
              <a:t>Built strong analytical and problem-solving skills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University Journey – Dedan Kimathi University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Bachelor of Science in Information Technology</a:t>
            </a:r>
          </a:p>
          <a:p>
            <a:pPr lvl="1"/>
            <a:r>
              <a:t>Active in IT and Cybersecurity associations</a:t>
            </a:r>
          </a:p>
          <a:p>
            <a:pPr lvl="1"/>
            <a:r>
              <a:t>Participated in hackathons and robotics competitions</a:t>
            </a:r>
          </a:p>
          <a:p>
            <a:pPr lvl="1"/>
            <a:r>
              <a:t>Mentored by inspiring lecturers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Passions Beyond Academics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Football enthusiast (Manchester United fan)</a:t>
            </a:r>
          </a:p>
          <a:p>
            <a:pPr lvl="1"/>
            <a:r>
              <a:t>Music and guitar performance</a:t>
            </a:r>
          </a:p>
          <a:p>
            <a:pPr lvl="1"/>
            <a:r>
              <a:t>Volunteer work and charity initiatives</a:t>
            </a:r>
          </a:p>
          <a:p>
            <a:pPr lvl="1"/>
            <a:r>
              <a:t>Leadership roles in school projects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Career Aspirations in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Passion for innovation and technology</a:t>
            </a:r>
          </a:p>
          <a:p>
            <a:pPr lvl="1"/>
            <a:r>
              <a:t>Interest in AI, robotics, renewable energy</a:t>
            </a:r>
          </a:p>
          <a:p>
            <a:pPr lvl="1"/>
            <a:r>
              <a:t>Inspired by engineering and IT mentors</a:t>
            </a:r>
          </a:p>
          <a:p>
            <a:pPr lvl="1"/>
            <a:r>
              <a:t>Goal: contribute to sustainable technological solutions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Overcoming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Transition from high school to university</a:t>
            </a:r>
          </a:p>
          <a:p>
            <a:pPr lvl="1"/>
            <a:r>
              <a:t>Balancing academics and responsibilities</a:t>
            </a:r>
          </a:p>
          <a:p>
            <a:pPr lvl="1"/>
            <a:r>
              <a:t>Final-year project rejection and revision</a:t>
            </a:r>
          </a:p>
          <a:p>
            <a:pPr lvl="1"/>
            <a:r>
              <a:t>Growth through resilience and perseverance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Travel and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Explored East Africa (Kenya, Tanzania, Uganda)</a:t>
            </a:r>
          </a:p>
          <a:p>
            <a:pPr lvl="1"/>
            <a:r>
              <a:t>Witnessed the Great Wildebeest Migration</a:t>
            </a:r>
          </a:p>
          <a:p>
            <a:pPr lvl="1"/>
            <a:r>
              <a:t>Cultural immersion and global perspective</a:t>
            </a:r>
          </a:p>
          <a:p>
            <a:pPr lvl="1"/>
            <a:r>
              <a:t>Personal growth through adventure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Values and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Integrity, compassion, continuous growth</a:t>
            </a:r>
          </a:p>
          <a:p>
            <a:pPr lvl="1"/>
            <a:r>
              <a:t>Commitment to lifelong learning</a:t>
            </a:r>
          </a:p>
          <a:p>
            <a:pPr lvl="1"/>
            <a:r>
              <a:t>Belief in dignity and equality</a:t>
            </a:r>
          </a:p>
          <a:p>
            <a:pPr lvl="1"/>
            <a:r>
              <a:t>Vision of justice and sustainability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for the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Innovative IT solutions for global challenges</a:t>
            </a:r>
          </a:p>
          <a:p>
            <a:pPr lvl="1"/>
            <a:r>
              <a:t>Community mentorship and service</a:t>
            </a:r>
          </a:p>
          <a:p>
            <a:pPr lvl="1"/>
            <a:r>
              <a:t>Lifelong learning and personal development</a:t>
            </a:r>
          </a:p>
          <a:p>
            <a:pPr lvl="1"/>
            <a:r>
              <a:t>Commitment to impact, purpose, and resilience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